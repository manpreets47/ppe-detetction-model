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PPE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Ensuring Workplace Safety with Custom YOLO Object Detection</a:t>
            </a:r>
          </a:p>
          <a:p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 Failing to wear required PPE in industrial environments can lead to severe injuries or fatalities.</a:t>
            </a:r>
          </a:p>
          <a:p>
            <a:r>
              <a:t>Current Limitations: Manual monitoring is error-prone, labor-intensive, and impossible to scale 24/7.</a:t>
            </a:r>
          </a:p>
          <a:p>
            <a:r>
              <a:t>The Goal: Automate the monitoring process using Artificial Intelligence to ensure continuous safety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real-time Computer Vision application using a custom YOLO model to detect if workers are wearing required safety gear.</a:t>
            </a:r>
          </a:p>
          <a:p>
            <a:pPr lvl="1"/>
            <a:r>
              <a:t>Analyzes live video feeds (webcam or CCTV).</a:t>
            </a:r>
          </a:p>
          <a:p>
            <a:pPr lvl="1"/>
            <a:r>
              <a:t>Automatically detects missing gear (Helmet, Vest, Gloves, Goggles, Boots).</a:t>
            </a:r>
          </a:p>
          <a:p>
            <a:pPr lvl="1"/>
            <a:r>
              <a:t>Auto-saves violation snapshots with timestamps for auditing.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Detection: Rapid inference frame-by-frame using YOLOv8.</a:t>
            </a:r>
          </a:p>
          <a:p>
            <a:r>
              <a:t>Automated Violation Logging: Captures and saves image evidence directly to a violations/ folder.</a:t>
            </a:r>
          </a:p>
          <a:p>
            <a:r>
              <a:t>Smart Cooldown System: Implements a 5-second cooldown to prevent disk-spamming when the same violation happens continuously.</a:t>
            </a:r>
          </a:p>
          <a:p>
            <a:r>
              <a:t>Flexible Inputs: Works with live webcams or pre-recorded video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Python 3.8+</a:t>
            </a:r>
          </a:p>
          <a:p>
            <a:r>
              <a:t>Deep Learning Framework: Ultralytics YOLOv8 (for object detection)</a:t>
            </a:r>
          </a:p>
          <a:p>
            <a:r>
              <a:t>Computer Vision Library: OpenCV (opencv-python) for grabbing frames and rendering bounding boxes.</a:t>
            </a:r>
          </a:p>
          <a:p>
            <a:r>
              <a:t>Array Processing: NumPy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Negative Classes Logic: The model explicitly identifies when PPE should be there but isn't (e.g., no_boots, no_helmet) to reduce false positives.</a:t>
            </a:r>
          </a:p>
          <a:p>
            <a:pPr lvl="1"/>
            <a:r>
              <a:t>If body parts are out of frame, the model won't trigger a false alarm.</a:t>
            </a:r>
          </a:p>
          <a:p>
            <a:r>
              <a:t>The Vest Logic: Because there isn't a 'no_vest' class, the application contains built-in logic:</a:t>
            </a:r>
          </a:p>
          <a:p>
            <a:pPr lvl="1"/>
            <a:r>
              <a:t>If 'Person' is detected BUT 'Vest' is NOT detected -&gt; Trigger Vest Violation.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Input: Read frame from Webcam/Video.</a:t>
            </a:r>
          </a:p>
          <a:p>
            <a:r>
              <a:t>2. Inference: YOLO model (best.pt) analyzes the frame.</a:t>
            </a:r>
          </a:p>
          <a:p>
            <a:r>
              <a:t>3. Logic Gate: Filter detected classes. Check EXPLICIT_VIOLATION_MAP and Vest conditions.</a:t>
            </a:r>
          </a:p>
          <a:p>
            <a:r>
              <a:t>4. Action: If missing gear -&gt; Draw red alerts on the frame -&gt; Check Cooldown -&gt; Save Image.</a:t>
            </a:r>
          </a:p>
          <a:p>
            <a:r>
              <a:t>5. Output: Display annotated frame on screen with running Total Violations 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a Cloud Dashboard (AWS/Azure) to send email/SMS alerts to safety managers.</a:t>
            </a:r>
          </a:p>
          <a:p>
            <a:r>
              <a:t>Multi-camera support for large-scale warehouse deployment.</a:t>
            </a:r>
          </a:p>
          <a:p>
            <a:r>
              <a:t>Expanding the dataset to improve model accuracy in low-light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successfully demonstrates how Edge AI can be deployed simply and effectively to prevent workplace hazards.</a:t>
            </a:r>
          </a:p>
          <a:p>
            <a:r>
              <a:t>Thank You!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